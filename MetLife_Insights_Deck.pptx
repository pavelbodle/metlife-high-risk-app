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38"/>
                </a:solidFill>
                <a:latin typeface="Calibri"/>
              </a:rPr>
              <a:t>AUROC by model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0090D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Gradient Boost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0.7803</c:v>
                </c:pt>
                <c:pt idx="1">
                  <c:v>0.7796</c:v>
                </c:pt>
                <c:pt idx="2">
                  <c:v>0.7624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7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not just a model — it is a decision-support product. The headline is that the simplest, most explainable model wins, and we made it usable by non-technical underwriters through an app with a GenAI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 in business terms before any statistics. The loss ratio is the language executives think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numbers land faster than a table. Note the data-quality catch (age=200) — it signals rigor.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Reproducibility is a senior signal. One script → all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median. But the nuance — income is symmetric so it barely matters — is what separates a rote answer from a real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The business takeaway: focus underwriting on age and health; ignore income/BMI which carry no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T-test for continuous vs binary; Chi-square for categorical; VIF for multicollinearity. The honest finding: policy_type has no signal, and there is no collinearity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Logistic Regression is both the most accurate AND the most explainable here, so complexity is not justified. Explainability pros/cons live in the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drivers: age, then health_score, then chronic disease. Express as odds ratios so the business can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exact threshold is a business decision, not a statistical constant. Tie it to the loss-ratio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"usable by non-tech people" requirement, delivered. Demo the app live here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GenAI layer is the optimization the interviewer asked about. Emphasize grounding: LLM phrases, Python computes. This is how you get GenAI value without hallucination risk in a regulated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analysis with clear, prioritized actions in business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0090D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926080"/>
            <a:ext cx="3840480" cy="3840480"/>
          </a:xfrm>
          <a:prstGeom prst="ellipse">
            <a:avLst/>
          </a:prstGeom>
          <a:solidFill>
            <a:srgbClr val="00A75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05156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090D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METLIFE JAPAN · DATA &amp;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High-Risk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Customers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risk model — and a self-serve app the whole underwriting team can use.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0.7803</a:t>
            </a:r>
            <a:pPr indent="0" marL="0">
              <a:buNone/>
            </a:pPr>
            <a:r>
              <a:rPr lang="en-US" sz="14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60,000 customers   ·   Explainable + GenAI-assisted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— Take-Home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mis-priced high-risk customer hurts the loss ratio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win or lose on one number: the loss ratio (claims paid ÷ premiums earned). If high-risk customers are approved at standard prices, claims rise and margins erode. The goal: flag high-risk applicants early — accurately, and in a way underwriters can trust and explain.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328416"/>
            <a:ext cx="6199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customers by true risk so pricing matches exposure.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46304" cy="146304"/>
          </a:xfrm>
          <a:prstGeom prst="ellipse">
            <a:avLst/>
          </a:prstGeom>
          <a:solidFill>
            <a:srgbClr val="00A75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059936"/>
            <a:ext cx="6199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customers require a transparent reason for each decision.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4791456"/>
            <a:ext cx="6199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— not only data scientists — must be able to use it day to 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69164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12283A"/>
          </a:solidFill>
          <a:ln/>
          <a:effectLst>
            <a:outerShdw sx="100000" sy="100000" kx="0" ky="0" algn="bl" rotWithShape="0" blurRad="101600" dist="38100" dir="5400000">
              <a:srgbClr val="99A7B4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Ratio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paid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0" y="3520440"/>
            <a:ext cx="3566160" cy="0"/>
          </a:xfrm>
          <a:prstGeom prst="line">
            <a:avLst/>
          </a:prstGeom>
          <a:noFill/>
          <a:ln w="25400">
            <a:solidFill>
              <a:srgbClr val="00A7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earned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4297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missed high-risk customer can cost 10× an over-cautious flag. The model is how we manage that asymmetry.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insurance_test_data.csv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93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9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(rows)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993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45.68%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high-risk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balanced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993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values missing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w/ median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1540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1993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0684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ages fixed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3108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200 → capped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predictors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0090D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6052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43584" y="41605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090DA"/>
          </a:solidFill>
          <a:ln/>
        </p:spPr>
      </p:sp>
      <p:sp>
        <p:nvSpPr>
          <p:cNvPr id="23" name="Text 21"/>
          <p:cNvSpPr/>
          <p:nvPr/>
        </p:nvSpPr>
        <p:spPr>
          <a:xfrm>
            <a:off x="1243584" y="41605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61488" y="41605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B6770"/>
          </a:solidFill>
          <a:ln/>
        </p:spPr>
      </p:sp>
      <p:sp>
        <p:nvSpPr>
          <p:cNvPr id="25" name="Text 23"/>
          <p:cNvSpPr/>
          <p:nvPr/>
        </p:nvSpPr>
        <p:spPr>
          <a:xfrm>
            <a:off x="2761488" y="4160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has_chronic_disease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4160520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5B6770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416052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14416" y="4160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770"/>
          </a:solidFill>
          <a:ln/>
        </p:spPr>
      </p:sp>
      <p:sp>
        <p:nvSpPr>
          <p:cNvPr id="29" name="Text 27"/>
          <p:cNvSpPr/>
          <p:nvPr/>
        </p:nvSpPr>
        <p:spPr>
          <a:xfrm>
            <a:off x="5614416" y="41605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41605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B6770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past_claims_amount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90304" y="41605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5B6770"/>
          </a:solidFill>
          <a:ln/>
        </p:spPr>
      </p:sp>
      <p:sp>
        <p:nvSpPr>
          <p:cNvPr id="33" name="Text 31"/>
          <p:cNvSpPr/>
          <p:nvPr/>
        </p:nvSpPr>
        <p:spPr>
          <a:xfrm>
            <a:off x="9290304" y="41605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policy_type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8FB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read: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close to a 46 / 54 split — not the extreme imbalance these problems usually assume. That honesty shapes every downstream choice (see the metrics discussion). Only two features carry real signal.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disciplined, reproducible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240280"/>
            <a:ext cx="640080" cy="640080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fix age outliers, median-impute income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5176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852928" y="20116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240280"/>
            <a:ext cx="640080" cy="640080"/>
          </a:xfrm>
          <a:prstGeom prst="ellipse">
            <a:avLst/>
          </a:prstGeom>
          <a:solidFill>
            <a:srgbClr val="00A758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90088" y="30632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hypotheses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90088" y="36118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Chi-square, correlation &amp; VIF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56048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157216" y="20116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2240280"/>
            <a:ext cx="640080" cy="640080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94376" y="30632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bake-off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94376" y="36118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vs Random Forest vs Gradient Boosting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60336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461504" y="20116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02168" y="2240280"/>
            <a:ext cx="640080" cy="64008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4" name="Text 22"/>
          <p:cNvSpPr/>
          <p:nvPr/>
        </p:nvSpPr>
        <p:spPr>
          <a:xfrm>
            <a:off x="820216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598664" y="30632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98664" y="36118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odds ratios, threshold economics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64624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765792" y="2011680"/>
            <a:ext cx="212140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06456" y="2240280"/>
            <a:ext cx="640080" cy="640080"/>
          </a:xfrm>
          <a:prstGeom prst="ellipse">
            <a:avLst/>
          </a:prstGeom>
          <a:solidFill>
            <a:srgbClr val="1228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0645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902952" y="30632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02952" y="36118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GenAI assistant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scripted in analysis.py — one command reproduces every number and chart in this deck.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or median? Measure first, then decide</a:t>
            </a:r>
            <a:endParaRPr lang="en-US" sz="3200" dirty="0"/>
          </a:p>
        </p:txBody>
      </p:sp>
      <p:pic>
        <p:nvPicPr>
          <p:cNvPr id="4" name="Image 0" descr="assets/q1_incom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583680" cy="2514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43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annual_income is symmetric; past_claims_amount is the skewed one.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965960"/>
            <a:ext cx="146304" cy="146304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7" name="Text 4"/>
          <p:cNvSpPr/>
          <p:nvPr/>
        </p:nvSpPr>
        <p:spPr>
          <a:xfrm>
            <a:off x="7699248" y="1865376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≈ 0.04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 is near-symmetric, so mean ≈ median (5009 vs 5007).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06640" y="2788920"/>
            <a:ext cx="146304" cy="146304"/>
          </a:xfrm>
          <a:prstGeom prst="ellipse">
            <a:avLst/>
          </a:prstGeom>
          <a:solidFill>
            <a:srgbClr val="00A758"/>
          </a:solidFill>
          <a:ln/>
        </p:spPr>
      </p:sp>
      <p:sp>
        <p:nvSpPr>
          <p:cNvPr id="9" name="Text 6"/>
          <p:cNvSpPr/>
          <p:nvPr/>
        </p:nvSpPr>
        <p:spPr>
          <a:xfrm>
            <a:off x="7699248" y="2688336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median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never harmful — the safe default even when skew is mild.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06640" y="361188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1" name="Text 8"/>
          <p:cNvSpPr/>
          <p:nvPr/>
        </p:nvSpPr>
        <p:spPr>
          <a:xfrm>
            <a:off x="7699248" y="3511296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skew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past_claims_amount is genuinely right-skewed (skew 2.002).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406640" y="448056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524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read: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"median-because-skew" rule is not actually load-bearing here — proving it with the number is the point.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features tell almost the whole story: age &amp; health</a:t>
            </a:r>
            <a:endParaRPr lang="en-US" sz="3200" dirty="0"/>
          </a:p>
        </p:txBody>
      </p:sp>
      <p:pic>
        <p:nvPicPr>
          <p:cNvPr id="4" name="Image 0" descr="assets/q2_healthscore_by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794760" cy="2788920"/>
          </a:xfrm>
          <a:prstGeom prst="rect">
            <a:avLst/>
          </a:prstGeom>
        </p:spPr>
      </p:pic>
      <p:pic>
        <p:nvPicPr>
          <p:cNvPr id="5" name="Image 1" descr="assets/q2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74520"/>
            <a:ext cx="356616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366760" y="187452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2283A"/>
          </a:solidFill>
          <a:ln/>
        </p:spPr>
      </p:sp>
      <p:sp>
        <p:nvSpPr>
          <p:cNvPr id="7" name="Text 3"/>
          <p:cNvSpPr/>
          <p:nvPr/>
        </p:nvSpPr>
        <p:spPr>
          <a:xfrm>
            <a:off x="859536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RISK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59536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+0.428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21% → 67% with age
</a:t>
            </a:r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 -0.227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protective; strongly significant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BMI · claims ≈ 0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noise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8640" y="4892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health_score cleanly separates the two groups.   Right: only age &amp; health_score correlate with the target.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tested every claim before trusting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090D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57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health_score vs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0.001. Mean 43.14 (high-risk) vs 56.27 (low). Highly significant.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148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148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98848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431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44568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vs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→ significant. policy_type is NOT (χ²=1.12, p=0.57).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48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48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check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predictors mutually uncorrelated (VIF≈1; &gt;5 is a problem). No features dropped; L2 regularization as safeguard.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simplest model wins — and it is the most explainable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60120"/>
                <a:gridCol w="91440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F1 / AUROC over Accuracy?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92240" y="45262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Errors are not equally costly — a miss hurts the loss ratio far more.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AUROC is threshold-free, so we can pick the operating point by business cost.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5212080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30352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coefficient is an odds ratio an underwriter can read — auditable for regulators.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BUSINESS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moves the prediction — in plain odds</a:t>
            </a:r>
            <a:endParaRPr lang="en-US" sz="3200" dirty="0"/>
          </a:p>
        </p:txBody>
      </p:sp>
      <p:pic>
        <p:nvPicPr>
          <p:cNvPr id="4" name="Image 0" descr="assets/q4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92024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193852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×2.905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0" y="19385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+1 SD, odds of high-risk ~triple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292608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29443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×0.552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0" y="29443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health_score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— higher score lowers risk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0" y="393192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39502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×1.241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229600" y="39502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has_chronic_disease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upward push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49834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come straight from the model coefficients — this is the explainability underwriters and regulators need.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THE BUSINESS LEVER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raise or lower the threshold? Lower it.</a:t>
            </a:r>
            <a:endParaRPr lang="en-US" sz="3200" dirty="0"/>
          </a:p>
        </p:txBody>
      </p:sp>
      <p:pic>
        <p:nvPicPr>
          <p:cNvPr id="4" name="Image 0" descr="assets/q4_threshold_econo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40080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201168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" name="Text 3"/>
          <p:cNvSpPr/>
          <p:nvPr/>
        </p:nvSpPr>
        <p:spPr>
          <a:xfrm>
            <a:off x="7516368" y="1911096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 ≫ an over-flag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truly high-risk customer at standard price inflates future claims.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223760" y="2926080"/>
            <a:ext cx="146304" cy="146304"/>
          </a:xfrm>
          <a:prstGeom prst="ellipse">
            <a:avLst/>
          </a:prstGeom>
          <a:solidFill>
            <a:srgbClr val="00A758"/>
          </a:solidFill>
          <a:ln/>
        </p:spPr>
      </p:sp>
      <p:sp>
        <p:nvSpPr>
          <p:cNvPr id="8" name="Text 5"/>
          <p:cNvSpPr/>
          <p:nvPr/>
        </p:nvSpPr>
        <p:spPr>
          <a:xfrm>
            <a:off x="7516368" y="2825496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threshold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wider net so fewer risky customers slip through to standard pricing.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223760" y="3840480"/>
            <a:ext cx="146304" cy="146304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10" name="Text 7"/>
          <p:cNvSpPr/>
          <p:nvPr/>
        </p:nvSpPr>
        <p:spPr>
          <a:xfrm>
            <a:off x="7516368" y="3739896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Cost-driven optimum  </a:t>
            </a:r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10:1 miss-to-over-flag cost, the loss-minimising threshold falls to ≈ 0.08.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223760" y="470916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12283A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48280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app,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set the cost ratio with a slider and watch the optimal threshold move in real time.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self-serve app for non-technical underwriters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39112"/>
            <a:ext cx="457200" cy="457200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6080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customer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sliders → instant risk score, gauge, and plain-English reason.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916936"/>
            <a:ext cx="457200" cy="457200"/>
          </a:xfrm>
          <a:prstGeom prst="ellipse">
            <a:avLst/>
          </a:prstGeom>
          <a:solidFill>
            <a:srgbClr val="00A75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52344"/>
            <a:ext cx="6080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explorer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60k customers by age &amp; health band; see high-risk rates live.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30168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794760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30168"/>
            <a:ext cx="6080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economics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miss/over-flag costs; find the loss-minimising threshold.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rgbClr val="12283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507992"/>
            <a:ext cx="6080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story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charts with one-line takeaways for any audience.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550408"/>
            <a:ext cx="457200" cy="457200"/>
          </a:xfrm>
          <a:prstGeom prst="ellipse">
            <a:avLst/>
          </a:prstGeom>
          <a:solidFill>
            <a:srgbClr val="0090D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385816"/>
            <a:ext cx="6080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language — answers grounded in real numbers.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0" y="1874520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12283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2423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leaves the notebook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33832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Deployable free on Streamlit Cloud
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sliders — no code to explore
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score comes with a reason
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Owned by the whole team, not just 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OPTIMIZATION: GENAI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score + LLM = trusted, conversational underwriting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 Decision narrator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risk score + drivers into a plain-English explanation an underwriter can trust: “High-risk (72%), driven mainly by age 78 and a low health score of 41…”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reinforces the explainability theme.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 Underwriting chatbot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ask in natural language — “high-risk rate for customers over 60?” — and get an instant answer. Numbers are computed in Python first, then phrased by the LLM.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statistics — a responsible-AI pattern.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228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by design: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verbalizes numbers the model and data produce. Free to run (Groq), and it degrades gracefully to exact template text if the AI is offline — so a live demo never breaks.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 MetLife do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50800" dist="25400" dir="5400000">
              <a:srgbClr val="AAB7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090D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explainable Logistic Regression as the production scorer; keep gradient boosting as a challenger.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50800" dist="25400" dir="5400000">
              <a:srgbClr val="AAB7C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44368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0A7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443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0" y="2944368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below a 0.50 threshold, calibrated to the current loss-ratio target; review quarterly.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50800" dist="25400" dir="5400000">
              <a:srgbClr val="AAB7C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68496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E400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6849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77440" y="3968496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underwriting scrutiny to older / lower-health segments; de-emphasise income &amp; BMI (no signal).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F5"/>
            </a:solidFill>
            <a:prstDash val="solid"/>
          </a:ln>
          <a:effectLst>
            <a:outerShdw sx="100000" sy="100000" kx="0" ky="0" algn="bl" rotWithShape="0" blurRad="50800" dist="25400" dir="5400000">
              <a:srgbClr val="AAB7C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992624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1228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92624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77440" y="4992624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app + GenAI assistant to underwriting teams as day-to-day decision support.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Japan · High-Risk Customer Prediction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090D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0A758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where it counts · explainable by design · usable by everyone.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0.7803</a:t>
            </a:r>
            <a:pPr indent="0" marL="0">
              <a:buNone/>
            </a:pPr>
            <a:r>
              <a:rPr lang="en-US" sz="14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Streamlit app + GenAI assistant   ·   fully reproducible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 MetLife_Answers.docx  ·  this deck  ·  app.py + analysis.py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2026-08-05T19:46:32Z</dcterms:created>
  <dcterms:modified xsi:type="dcterms:W3CDTF">2026-08-05T19:46:32Z</dcterms:modified>
</cp:coreProperties>
</file>